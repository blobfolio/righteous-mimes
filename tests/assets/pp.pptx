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slideshow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B2AEB-9958-BC4D-B01B-CB058CB98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431D3-5487-1E43-85A8-07A3EA3C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AD1A3-BD03-6644-AB0C-261BB732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7930D-D86C-2F44-8D5F-EDE33515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220A4-2AD1-3747-AE3A-DFF5388A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2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5BE2-90CC-A045-BC03-2FE64DA7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E0259-2F4D-9341-B975-6988CBC3F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49DE5-9E08-B84A-B36C-D47BF5C6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435CA-53CC-BE47-99FC-4D7E3774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CE5F6-01D1-AD4A-8B27-9DE5F1B6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5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7E13-1223-C14B-98F8-7D1A57B7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4E0E-8337-AA4C-B04F-F7CB3800E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DC1D8-C82D-DA47-BE8D-DC9D618C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14AD1-8587-454F-A269-61236866D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2937C-8EAD-1E4A-97C0-C713C8BD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08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EB0E-BCDE-614C-98E2-AC3F8811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C421C-7F33-D647-8C0D-51A5EFF69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517F8-C1AB-9A4C-8625-197A62AC7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3EA7A-D46F-3247-865F-EFC3D4BA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4B749-73FF-1D4D-AF62-2A4D58C5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15322-C759-BD4F-A7BA-0842BAD5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5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BF03-E5CD-E540-AD4F-06D2F62E2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82D2F-E097-0B4E-8531-5558B0A62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82353-1E9B-5847-8ADD-08C36AB04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E1974-F2A5-C145-A284-5D286BD9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DE13D-BAF2-A54E-8BD7-64D745481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C61A0-4DC0-F64C-9D4D-5C00F69A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697B3-212D-2E4A-9B44-F4E31DCF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57CB06-C908-634A-8BDD-A9776712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25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3602-4D84-CA48-A77D-B9804AF9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D5787-9690-2341-B386-521C4B4B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6FF9A-D038-8745-92B3-F043576C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980A2-52B4-C34E-B45D-2FF9E26D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5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3B56F-0359-A442-9C9A-5E89BB3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5E45D-56F0-C24A-9890-1744DDFB2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4BA8E-1FE3-7B41-92CD-D787D9A1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5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614EC-C471-7B42-ACA4-0BDC47229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01265-BB98-4346-A126-DFD085E66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D6242-5B35-C249-ACBA-E621D5CA7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EF930-B214-F14E-A780-FEEA9477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C8704-5C2D-C84F-A4C6-376484EC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3512C-A541-594B-833F-BAD72890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4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C5ED-BE62-C945-8AE9-C200AF7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8C9AD0-10D7-864F-825A-AAA711296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279A8-3FCC-E74B-90C5-04D0D5117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80877-F9A7-D945-B84A-E4C6A385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B6462-5409-6D48-85B1-AD5C626A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D6320-DA94-AE44-B112-0085E267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2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F3A9-FD39-F14B-AE90-C479C8D1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6FDCB-8CDC-B948-87D8-0262BF2D9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2C2EA-8DB2-FF4E-A321-470F9534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613D7-2287-5F4C-8248-AA983771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172B3-4387-634C-A778-46E7970C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74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4C744B-2F2A-C14B-BAFC-09BC3E1BA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C7656-32A1-6A4E-86A9-32C6C9340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6EA4D-5D18-1842-8AB8-21664F72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82E6-A340-504B-BA94-76614528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6E204-BD34-FD4E-B6A9-D398633F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5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2D715D-5C28-944A-A5B3-4EE6EB92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74D15-1DDA-6B4D-9A77-4CE61D294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AC162-46AF-B24D-BE3A-B885AA7AD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CAC2C-0D91-A54F-A82A-05BF86131E83}" type="datetimeFigureOut">
              <a:rPr lang="en-US" smtClean="0"/>
              <a:t>12/17/19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A99DC-B231-ED45-84AE-DF6AEBC6D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52B39-F0D6-DF44-9FF2-3FA217F8D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9EB56-C798-984C-9E52-165654B2C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8F58-A65B-404B-8413-8B984EA26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77A65-0E1B-614E-9AED-15CDE49F47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1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Saadatpei, Farhad (NIH/NCATS) [C]</dc:creator>
  <cp:lastModifiedBy>Saadatpei, Farhad (NIH/NCATS) [C]</cp:lastModifiedBy>
  <cp:revision>1</cp:revision>
  <dcterms:created xsi:type="dcterms:W3CDTF">2019-12-17T21:30:54Z</dcterms:created>
  <dcterms:modified xsi:type="dcterms:W3CDTF">2019-12-17T21:31:14Z</dcterms:modified>
</cp:coreProperties>
</file>